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274320"/>
            <a:ext cx="1127729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B41E1E"/>
                </a:solidFill>
              </a:defRPr>
            </a:pPr>
            <a:r>
              <a:t>狼 来 了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4297680"/>
            <a:ext cx="11643055" cy="2286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400" b="1">
                <a:solidFill>
                  <a:srgbClr val="323250"/>
                </a:solidFill>
              </a:defRPr>
            </a:pPr>
            <a:r>
              <a:t>——中国经典寓言故事——</a:t>
            </a:r>
          </a:p>
          <a:p>
            <a:pPr algn="ctr">
              <a:defRPr sz="2400" b="1">
                <a:solidFill>
                  <a:srgbClr val="323250"/>
                </a:solidFill>
              </a:defRPr>
            </a:pPr>
            <a:r>
              <a:t>幼儿园绘本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274320" y="4297680"/>
            <a:ext cx="11643055" cy="2286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600" b="1">
                <a:solidFill>
                  <a:srgbClr val="323250"/>
                </a:solidFill>
              </a:defRPr>
            </a:pPr>
            <a:r>
              <a:t>从前，在一个美丽的小村庄旁边，</a:t>
            </a:r>
          </a:p>
          <a:p>
            <a:pPr algn="ctr">
              <a:defRPr sz="2600" b="1">
                <a:solidFill>
                  <a:srgbClr val="323250"/>
                </a:solidFill>
              </a:defRPr>
            </a:pPr>
            <a:r>
              <a:t>有一座绿绿的大山。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274320" y="4297680"/>
            <a:ext cx="11643055" cy="2286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600" b="1">
                <a:solidFill>
                  <a:srgbClr val="323250"/>
                </a:solidFill>
              </a:defRPr>
            </a:pPr>
            <a:r>
              <a:t>村子里有一个小男孩，</a:t>
            </a:r>
          </a:p>
          <a:p>
            <a:pPr algn="ctr">
              <a:defRPr sz="2600" b="1">
                <a:solidFill>
                  <a:srgbClr val="323250"/>
                </a:solidFill>
              </a:defRPr>
            </a:pPr>
            <a:r>
              <a:t>大家叫他"放羊娃"。</a:t>
            </a:r>
          </a:p>
          <a:p>
            <a:pPr algn="ctr">
              <a:defRPr sz="2600" b="1">
                <a:solidFill>
                  <a:srgbClr val="323250"/>
                </a:solidFill>
              </a:defRPr>
            </a:pPr>
            <a:r>
              <a:t>他每天都要到山上去放羊。🐑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274320" y="4297680"/>
            <a:ext cx="11643055" cy="2286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600" b="1">
                <a:solidFill>
                  <a:srgbClr val="323250"/>
                </a:solidFill>
              </a:defRPr>
            </a:pPr>
            <a:r>
              <a:t>山上只有他一个人，</a:t>
            </a:r>
          </a:p>
          <a:p>
            <a:pPr algn="ctr">
              <a:defRPr sz="2600" b="1">
                <a:solidFill>
                  <a:srgbClr val="323250"/>
                </a:solidFill>
              </a:defRPr>
            </a:pPr>
            <a:r>
              <a:t>没有小朋友跟他玩，</a:t>
            </a:r>
          </a:p>
          <a:p>
            <a:pPr algn="ctr">
              <a:defRPr sz="2600" b="1">
                <a:solidFill>
                  <a:srgbClr val="323250"/>
                </a:solidFill>
              </a:defRPr>
            </a:pPr>
            <a:r>
              <a:t>他觉得好无聊啊……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274320" y="4297680"/>
            <a:ext cx="11643055" cy="2286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600" b="1">
                <a:solidFill>
                  <a:srgbClr val="323250"/>
                </a:solidFill>
              </a:defRPr>
            </a:pPr>
            <a:r>
              <a:t>忽然，他想到了一个</a:t>
            </a:r>
          </a:p>
          <a:p>
            <a:pPr algn="ctr">
              <a:defRPr sz="2600" b="1">
                <a:solidFill>
                  <a:srgbClr val="323250"/>
                </a:solidFill>
              </a:defRPr>
            </a:pPr>
            <a:r>
              <a:t>"好玩"的主意……💡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274320" y="4297680"/>
            <a:ext cx="11643055" cy="2286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600" b="1">
                <a:solidFill>
                  <a:srgbClr val="323250"/>
                </a:solidFill>
              </a:defRPr>
            </a:pPr>
            <a:r>
              <a:t>他站起来大喊：</a:t>
            </a:r>
          </a:p>
          <a:p>
            <a:pPr algn="ctr">
              <a:defRPr sz="2600" b="1">
                <a:solidFill>
                  <a:srgbClr val="323250"/>
                </a:solidFill>
              </a:defRPr>
            </a:pPr>
            <a:r>
              <a:t>"狼来了！狼来了！</a:t>
            </a:r>
          </a:p>
          <a:p>
            <a:pPr algn="ctr">
              <a:defRPr sz="2600" b="1">
                <a:solidFill>
                  <a:srgbClr val="323250"/>
                </a:solidFill>
              </a:defRPr>
            </a:pPr>
            <a:r>
              <a:t>快来救我呀！"🗣️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274320" y="4297680"/>
            <a:ext cx="11643055" cy="2286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600" b="1">
                <a:solidFill>
                  <a:srgbClr val="323250"/>
                </a:solidFill>
              </a:defRPr>
            </a:pPr>
            <a:r>
              <a:t>山下的村民们听到了，</a:t>
            </a:r>
          </a:p>
          <a:p>
            <a:pPr algn="ctr">
              <a:defRPr sz="2600" b="1">
                <a:solidFill>
                  <a:srgbClr val="323250"/>
                </a:solidFill>
              </a:defRPr>
            </a:pPr>
            <a:r>
              <a:t>赶紧拿起锄头和棍子，</a:t>
            </a:r>
          </a:p>
          <a:p>
            <a:pPr algn="ctr">
              <a:defRPr sz="2600" b="1">
                <a:solidFill>
                  <a:srgbClr val="323250"/>
                </a:solidFill>
              </a:defRPr>
            </a:pPr>
            <a:r>
              <a:t>跑上山来帮他！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274320" y="4297680"/>
            <a:ext cx="11643055" cy="2286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600" b="1">
                <a:solidFill>
                  <a:srgbClr val="323250"/>
                </a:solidFill>
              </a:defRPr>
            </a:pPr>
            <a:r>
              <a:t>可是，山上根本没有狼！</a:t>
            </a:r>
          </a:p>
          <a:p>
            <a:pPr algn="ctr">
              <a:defRPr sz="2600" b="1">
                <a:solidFill>
                  <a:srgbClr val="323250"/>
                </a:solidFill>
              </a:defRPr>
            </a:pPr>
            <a:r>
              <a:t>放羊娃哈哈大笑：</a:t>
            </a:r>
          </a:p>
          <a:p>
            <a:pPr algn="ctr">
              <a:defRPr sz="2600" b="1">
                <a:solidFill>
                  <a:srgbClr val="323250"/>
                </a:solidFill>
              </a:defRPr>
            </a:pPr>
            <a:r>
              <a:t>"骗你们的！哈哈哈！"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274320" y="4297680"/>
            <a:ext cx="11643055" cy="2286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600" b="1">
                <a:solidFill>
                  <a:srgbClr val="323250"/>
                </a:solidFill>
              </a:defRPr>
            </a:pPr>
            <a:r>
              <a:t>村民们很生气，</a:t>
            </a:r>
          </a:p>
          <a:p>
            <a:pPr algn="ctr">
              <a:defRPr sz="2600" b="1">
                <a:solidFill>
                  <a:srgbClr val="323250"/>
                </a:solidFill>
              </a:defRPr>
            </a:pPr>
            <a:r>
              <a:t>摇摇头就走了。😤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274320" y="4297680"/>
            <a:ext cx="11643055" cy="2286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600" b="1">
                <a:solidFill>
                  <a:srgbClr val="323250"/>
                </a:solidFill>
              </a:defRPr>
            </a:pPr>
            <a:r>
              <a:t>过了几天，放羊娃又觉得无聊了。</a:t>
            </a:r>
          </a:p>
          <a:p>
            <a:pPr algn="ctr">
              <a:defRPr sz="2600" b="1">
                <a:solidFill>
                  <a:srgbClr val="323250"/>
                </a:solidFill>
              </a:defRPr>
            </a:pPr>
            <a:r>
              <a:t>他又大喊起来：</a:t>
            </a:r>
          </a:p>
          <a:p>
            <a:pPr algn="ctr">
              <a:defRPr sz="2600" b="1">
                <a:solidFill>
                  <a:srgbClr val="323250"/>
                </a:solidFill>
              </a:defRPr>
            </a:pPr>
            <a:r>
              <a:t>"狼来了！狼来了！！"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274320" y="4297680"/>
            <a:ext cx="11643055" cy="2286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600" b="1">
                <a:solidFill>
                  <a:srgbClr val="323250"/>
                </a:solidFill>
              </a:defRPr>
            </a:pPr>
            <a:r>
              <a:t>村民们又急急忙忙跑上了山。</a:t>
            </a:r>
          </a:p>
          <a:p>
            <a:pPr algn="ctr">
              <a:defRPr sz="2600" b="1">
                <a:solidFill>
                  <a:srgbClr val="323250"/>
                </a:solidFill>
              </a:defRPr>
            </a:pPr>
            <a:r>
              <a:t>大家气喘吁吁的……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274320" y="4297680"/>
            <a:ext cx="11643055" cy="2286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600" b="1">
                <a:solidFill>
                  <a:srgbClr val="323250"/>
                </a:solidFill>
              </a:defRPr>
            </a:pPr>
            <a:r>
              <a:t>山上还是没有狼！</a:t>
            </a:r>
          </a:p>
          <a:p>
            <a:pPr algn="ctr">
              <a:defRPr sz="2600" b="1">
                <a:solidFill>
                  <a:srgbClr val="323250"/>
                </a:solidFill>
              </a:defRPr>
            </a:pPr>
            <a:r>
              <a:t>放羊娃又笑了：</a:t>
            </a:r>
          </a:p>
          <a:p>
            <a:pPr algn="ctr">
              <a:defRPr sz="2600" b="1">
                <a:solidFill>
                  <a:srgbClr val="323250"/>
                </a:solidFill>
              </a:defRPr>
            </a:pPr>
            <a:r>
              <a:t>"又上当了！哈哈哈哈！"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274320" y="4297680"/>
            <a:ext cx="11643055" cy="2286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600" b="1">
                <a:solidFill>
                  <a:srgbClr val="323250"/>
                </a:solidFill>
              </a:defRPr>
            </a:pPr>
            <a:r>
              <a:t>这一次，村民们非常非常生气。</a:t>
            </a:r>
          </a:p>
          <a:p>
            <a:pPr algn="ctr">
              <a:defRPr sz="2600" b="1">
                <a:solidFill>
                  <a:srgbClr val="323250"/>
                </a:solidFill>
              </a:defRPr>
            </a:pPr>
            <a:r>
              <a:t>他们说："我们再也不相信你了！"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274320" y="4297680"/>
            <a:ext cx="11643055" cy="2286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600" b="1">
                <a:solidFill>
                  <a:srgbClr val="323250"/>
                </a:solidFill>
              </a:defRPr>
            </a:pPr>
            <a:r>
              <a:t>又过了几天……</a:t>
            </a:r>
          </a:p>
          <a:p>
            <a:pPr algn="ctr">
              <a:defRPr sz="2600" b="1">
                <a:solidFill>
                  <a:srgbClr val="323250"/>
                </a:solidFill>
              </a:defRPr>
            </a:pPr>
            <a:r>
              <a:t>这一次，一只大灰狼</a:t>
            </a:r>
          </a:p>
          <a:p>
            <a:pPr algn="ctr">
              <a:defRPr sz="2600" b="1">
                <a:solidFill>
                  <a:srgbClr val="323250"/>
                </a:solidFill>
              </a:defRPr>
            </a:pPr>
            <a:r>
              <a:t>真的来了！！！🐺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274320" y="4297680"/>
            <a:ext cx="11643055" cy="2286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600" b="1">
                <a:solidFill>
                  <a:srgbClr val="323250"/>
                </a:solidFill>
              </a:defRPr>
            </a:pPr>
            <a:r>
              <a:t>放羊娃吓坏了！</a:t>
            </a:r>
          </a:p>
          <a:p>
            <a:pPr algn="ctr">
              <a:defRPr sz="2600" b="1">
                <a:solidFill>
                  <a:srgbClr val="323250"/>
                </a:solidFill>
              </a:defRPr>
            </a:pPr>
            <a:r>
              <a:t>他拼命喊：</a:t>
            </a:r>
          </a:p>
          <a:p>
            <a:pPr algn="ctr">
              <a:defRPr sz="2600" b="1">
                <a:solidFill>
                  <a:srgbClr val="323250"/>
                </a:solidFill>
              </a:defRPr>
            </a:pPr>
            <a:r>
              <a:t>"狼来了！狼真的来了！</a:t>
            </a:r>
          </a:p>
          <a:p>
            <a:pPr algn="ctr">
              <a:defRPr sz="2600" b="1">
                <a:solidFill>
                  <a:srgbClr val="323250"/>
                </a:solidFill>
              </a:defRPr>
            </a:pPr>
            <a:r>
              <a:t>快来救我啊！"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274320" y="4297680"/>
            <a:ext cx="11643055" cy="2286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600" b="1">
                <a:solidFill>
                  <a:srgbClr val="323250"/>
                </a:solidFill>
              </a:defRPr>
            </a:pPr>
            <a:r>
              <a:t>可是这一次……</a:t>
            </a:r>
          </a:p>
          <a:p>
            <a:pPr algn="ctr">
              <a:defRPr sz="2600" b="1">
                <a:solidFill>
                  <a:srgbClr val="323250"/>
                </a:solidFill>
              </a:defRPr>
            </a:pPr>
            <a:r>
              <a:t>没有一个人来帮他。😢</a:t>
            </a:r>
          </a:p>
          <a:p>
            <a:pPr algn="ctr">
              <a:defRPr sz="2600" b="1">
                <a:solidFill>
                  <a:srgbClr val="323250"/>
                </a:solidFill>
              </a:defRPr>
            </a:pPr>
            <a:r>
              <a:t>大家都以为他又在骗人。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274320" y="4297680"/>
            <a:ext cx="11643055" cy="2286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600" b="1">
                <a:solidFill>
                  <a:srgbClr val="323250"/>
                </a:solidFill>
              </a:defRPr>
            </a:pPr>
            <a:r>
              <a:t>大灰狼抓走了好几只小羊。</a:t>
            </a:r>
          </a:p>
          <a:p>
            <a:pPr algn="ctr">
              <a:defRPr sz="2600" b="1">
                <a:solidFill>
                  <a:srgbClr val="323250"/>
                </a:solidFill>
              </a:defRPr>
            </a:pPr>
            <a:r>
              <a:t>放羊娃只能眼睁睁地看着，</a:t>
            </a:r>
          </a:p>
          <a:p>
            <a:pPr algn="ctr">
              <a:defRPr sz="2600" b="1">
                <a:solidFill>
                  <a:srgbClr val="323250"/>
                </a:solidFill>
              </a:defRPr>
            </a:pPr>
            <a:r>
              <a:t>什么也做不了……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274320" y="4297680"/>
            <a:ext cx="11643055" cy="2286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600" b="1">
                <a:solidFill>
                  <a:srgbClr val="323250"/>
                </a:solidFill>
              </a:defRPr>
            </a:pPr>
            <a:r>
              <a:t>放羊娃后悔极了。😢</a:t>
            </a:r>
          </a:p>
          <a:p>
            <a:pPr algn="ctr">
              <a:defRPr sz="2600" b="1">
                <a:solidFill>
                  <a:srgbClr val="323250"/>
                </a:solidFill>
              </a:defRPr>
            </a:pPr>
            <a:r>
              <a:t>他再也不敢说谎了。</a:t>
            </a:r>
          </a:p>
          <a:p>
            <a:pPr algn="ctr">
              <a:defRPr sz="2600" b="1">
                <a:solidFill>
                  <a:srgbClr val="323250"/>
                </a:solidFill>
              </a:defRPr>
            </a:pPr>
            <a:r>
              <a:t>可是羊已经回不来了……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274320"/>
            <a:ext cx="1127729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B41E1E"/>
                </a:solidFill>
              </a:defRPr>
            </a:pPr>
            <a:r>
              <a:t>小朋友们，记住哦！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4297680"/>
            <a:ext cx="11643055" cy="2286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600" b="1">
                <a:solidFill>
                  <a:srgbClr val="323250"/>
                </a:solidFill>
              </a:defRPr>
            </a:pPr>
            <a:r>
              <a:t>🌟 说谎话是不对的！</a:t>
            </a:r>
          </a:p>
          <a:p>
            <a:pPr algn="ctr">
              <a:defRPr sz="2600" b="1">
                <a:solidFill>
                  <a:srgbClr val="323250"/>
                </a:solidFill>
              </a:defRPr>
            </a:pPr>
            <a:r>
              <a:t>🌟 别人会不再相信你。</a:t>
            </a:r>
          </a:p>
          <a:p>
            <a:pPr algn="ctr">
              <a:defRPr sz="2600" b="1">
                <a:solidFill>
                  <a:srgbClr val="323250"/>
                </a:solidFill>
              </a:defRPr>
            </a:pPr>
            <a:r>
              <a:t>🌟 做一个诚实的好孩子！❤️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274320"/>
            <a:ext cx="1127729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B41E1E"/>
                </a:solidFill>
              </a:defRPr>
            </a:pPr>
            <a:r>
              <a:t>— 故事讲完啦 —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4297680"/>
            <a:ext cx="11643055" cy="2286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600" b="1">
                <a:solidFill>
                  <a:srgbClr val="323250"/>
                </a:solidFill>
              </a:defRPr>
            </a:pPr>
            <a:r>
              <a:t>谢谢小朋友们！</a:t>
            </a:r>
          </a:p>
          <a:p>
            <a:pPr algn="ctr">
              <a:defRPr sz="2600" b="1">
                <a:solidFill>
                  <a:srgbClr val="323250"/>
                </a:solidFill>
              </a:defRPr>
            </a:pPr>
            <a:r>
              <a:t>你们要做诚实的好孩子哦！</a:t>
            </a:r>
          </a:p>
          <a:p>
            <a:pPr algn="ctr">
              <a:defRPr sz="2600" b="1">
                <a:solidFill>
                  <a:srgbClr val="323250"/>
                </a:solidFill>
              </a:defRPr>
            </a:pPr>
            <a:r>
              <a:t>🌈✨👏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